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B7B305-6116-AF46-A324-CCD601530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F3E5EE-5D05-229A-F724-1C5C969FF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7E83BB-5945-F0E0-45F9-0339C86B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C7F2C2-1BE6-C524-304C-0AAF45D3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A01E8B-6F5B-CBD4-6B8B-4D81F255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4134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2F32FD-2BAA-50AD-29C9-02B6F41C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B88A7F-1EF4-5B87-455E-70A7B885C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588F54-589E-C316-D967-2E991BE0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0429E7-6769-CE59-09CC-466DB1C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578B9B-9154-D4F5-622E-F1950077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34437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86184-806A-4103-699B-FD326B7B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2BD4E8-6729-B222-E2B6-900CBABC5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C66258-A430-DBDB-16EA-22333976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2E9DF4-C2D2-8501-1657-C4054CE4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3C435D-0002-2A9F-AA4E-B4939A1A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237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A40514-9C84-5DD5-8785-1A6D2C5A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88BC3F-C00F-9541-81E2-95156F89B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05948D-36B8-6AF5-9A56-CBBFC049A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03800A-49C2-C478-4A16-0B463321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AA631A-B15D-7251-7BE7-45A9BD9D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2D6FBE-84FC-6D81-529A-C5907420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335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06FEED-154A-A9F4-BCE1-0C507823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F1EA03-7D50-74FD-7E7D-8522571A9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B5A079-1FBC-40B2-5584-E7E1FD64C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D6641D-57F6-20E2-6E05-76ACF6E7B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BA90E0-646C-733D-45C0-27EA794F5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8FA26F-FE08-6C71-61A9-809F0EEC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67A1B5D-10D1-4248-A958-78120D6C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78056E-41A7-7E7C-9FFB-6A15C1DDA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161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E0C208-1709-31BA-08BD-B25D9F28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4E28F43-8672-A6DB-AEE0-A0092376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855580-77CB-8B14-FC84-CED842B5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E87ACC-2C0C-6657-17B3-F2A38604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5847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A95A3D-396F-29A9-870A-9F5C7FD2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BD7865-B36B-0C7D-179E-74E6BBA5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49F05D-3F41-1960-6EE7-215C52CA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709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CAEA5-8F1E-0317-C3EC-4E5486B75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5F02F-6C87-99CF-F35D-BF12EEE9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B9B2C2-F364-D813-23C9-869DCA04E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FAF47F-FFF9-D5B8-5005-B4A7F139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72E281-094C-7F54-7AC1-F9668507F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85EC69-6893-6FE9-1374-EA6686A2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525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6AAD24-3792-DF01-CFE6-18B4BF59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47E7D18-2606-38DF-485E-5B5FF5DCD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A58C78-BDAB-EB17-6999-57800D63A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604631-E903-356A-AA21-8671CABC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EC0C7F-C699-7AAC-35E7-CECCA02B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17E7D1-60F7-AB07-CFBA-209E8C76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110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95BABD-117B-BEC1-525F-C859F1FC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17E4E6-4658-7A4F-2478-7F1F6C1B6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E421E0-189F-76BE-04A6-177FFDC8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7077A5-BC38-AD15-B883-2901F27F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C8BC11-98A0-47AE-4E9B-9B888F71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8370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895DD34-FC31-7788-4B7F-E23E4AD27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F1ABCA-5F2C-A871-957D-AD217C0FE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78381D-E9A3-400F-F02B-9EB46AD5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AD5960-F8A6-71E0-85E0-AFD09BEB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4A09D8-7147-A0DC-1585-948BAAB6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5385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5E6D29-4D2C-1339-CC1A-68BF937A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088208-4795-6B82-77AA-4576A509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2BC2B9-B04B-46ED-10C2-03CAD0F2E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70EEB-8DC0-4B6D-8FC3-E5FBDE5DA028}" type="datetimeFigureOut">
              <a:rPr lang="fr-CA" smtClean="0"/>
              <a:t>2023-12-04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8163ED-BA5B-59CB-5776-628A3E06E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FB1F6D-A537-457C-6321-8ABF23668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C7E2A-BACC-4DDB-9367-061ABF6BC7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20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webstore.google.com/detail/similarweb-classement-du/hoklmmgfnpapgjgcpechhaamimifchm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EeUZ32O7_Lk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webstore.google.com/detail/similarweb-classement-du/hoklmmgfnpapgjgcpechhaamimifchm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BF1D7-C0D3-7325-DB49-BB1B62768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6629"/>
            <a:ext cx="9144000" cy="1093334"/>
          </a:xfrm>
        </p:spPr>
        <p:txBody>
          <a:bodyPr>
            <a:noAutofit/>
          </a:bodyPr>
          <a:lstStyle/>
          <a:p>
            <a:r>
              <a:rPr lang="fr-CA" sz="4000" dirty="0" err="1"/>
              <a:t>Similarweb</a:t>
            </a:r>
            <a:r>
              <a:rPr lang="fr-CA" sz="4000" dirty="0"/>
              <a:t>, </a:t>
            </a:r>
            <a:br>
              <a:rPr lang="fr-CA" sz="4000" dirty="0"/>
            </a:br>
            <a:r>
              <a:rPr lang="fr-CA" sz="2400" dirty="0"/>
              <a:t>outil d’analyse du </a:t>
            </a:r>
            <a:r>
              <a:rPr lang="fr-CA" sz="2400" dirty="0" err="1"/>
              <a:t>traffic</a:t>
            </a:r>
            <a:r>
              <a:rPr lang="fr-CA" sz="2400" dirty="0"/>
              <a:t> sur un site Web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FFAB780-9069-941B-5FED-6C6E2327D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15812"/>
            <a:ext cx="9144000" cy="965718"/>
          </a:xfrm>
        </p:spPr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0044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A55570-0967-AF1A-2851-96ABEB2A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SimilarWeb</a:t>
            </a:r>
            <a:r>
              <a:rPr lang="fr-CA" dirty="0"/>
              <a:t> : À quoi ça sert ?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57DD95A-C260-3AC2-9CE1-97E50A39E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923" y="2045154"/>
            <a:ext cx="10954976" cy="2995501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6F92E92-5045-B88C-C5DE-5208DF2CFB6E}"/>
              </a:ext>
            </a:extLst>
          </p:cNvPr>
          <p:cNvSpPr txBox="1"/>
          <p:nvPr/>
        </p:nvSpPr>
        <p:spPr>
          <a:xfrm>
            <a:off x="1978089" y="5855875"/>
            <a:ext cx="99091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600" dirty="0">
                <a:hlinkClick r:id="rId3"/>
              </a:rPr>
              <a:t>https://chromewebstore.google.com/detail/similarweb-classement-du/hoklmmgfnpapgjgcpechhaamimifchmp</a:t>
            </a:r>
            <a:r>
              <a:rPr lang="fr-C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760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5D80B8-B431-7CAA-21BE-EFEC4919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338F0F6-CD70-CBC9-C6AE-8D7D004B4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895" r="24858" b="3648"/>
          <a:stretch/>
        </p:blipFill>
        <p:spPr>
          <a:xfrm>
            <a:off x="403753" y="1027905"/>
            <a:ext cx="5134134" cy="4439833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94D468F-A81B-13AB-0963-0C644C77FA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86" r="4216"/>
          <a:stretch/>
        </p:blipFill>
        <p:spPr>
          <a:xfrm>
            <a:off x="5972334" y="1027906"/>
            <a:ext cx="5815913" cy="443983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AEF2317-0CB7-CCF4-6105-6F4EE7C59CB7}"/>
              </a:ext>
            </a:extLst>
          </p:cNvPr>
          <p:cNvSpPr txBox="1"/>
          <p:nvPr/>
        </p:nvSpPr>
        <p:spPr>
          <a:xfrm>
            <a:off x="5299787" y="5847217"/>
            <a:ext cx="6419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Voici une petite vidéo descriptive. </a:t>
            </a:r>
            <a:r>
              <a:rPr lang="fr-CA" dirty="0">
                <a:hlinkClick r:id="rId4"/>
              </a:rPr>
              <a:t>https://www.youtube.com/watch?v=EeUZ32O7_Lk</a:t>
            </a:r>
            <a:r>
              <a:rPr lang="fr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52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F8F3830-D950-4B42-45D3-B73ED666F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642" y="1377786"/>
            <a:ext cx="8231494" cy="4102428"/>
          </a:xfrm>
          <a:ln>
            <a:solidFill>
              <a:srgbClr val="0070C0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891E3CE-CFAC-BFF1-13C4-4B19AD03F073}"/>
              </a:ext>
            </a:extLst>
          </p:cNvPr>
          <p:cNvSpPr txBox="1"/>
          <p:nvPr/>
        </p:nvSpPr>
        <p:spPr>
          <a:xfrm>
            <a:off x="410548" y="5846544"/>
            <a:ext cx="355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Add</a:t>
            </a:r>
            <a:r>
              <a:rPr lang="fr-CA" dirty="0"/>
              <a:t> the Chrome extension </a:t>
            </a:r>
          </a:p>
          <a:p>
            <a:r>
              <a:rPr lang="fr-CA" dirty="0"/>
              <a:t>= Ajouter l’extension Chrome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B556F56-964C-A4EB-F202-A0B30E38E884}"/>
              </a:ext>
            </a:extLst>
          </p:cNvPr>
          <p:cNvSpPr txBox="1"/>
          <p:nvPr/>
        </p:nvSpPr>
        <p:spPr>
          <a:xfrm>
            <a:off x="8472196" y="595835"/>
            <a:ext cx="337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Similarweb</a:t>
            </a:r>
            <a:r>
              <a:rPr lang="fr-CA" dirty="0"/>
              <a:t> Platform </a:t>
            </a:r>
          </a:p>
          <a:p>
            <a:r>
              <a:rPr lang="fr-CA" dirty="0"/>
              <a:t>= La plateforme </a:t>
            </a:r>
            <a:r>
              <a:rPr lang="fr-CA" dirty="0" err="1"/>
              <a:t>Similarweb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596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2F6B44-91FF-EF36-34FB-097BE584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2517"/>
          </a:xfrm>
        </p:spPr>
        <p:txBody>
          <a:bodyPr>
            <a:normAutofit fontScale="90000"/>
          </a:bodyPr>
          <a:lstStyle/>
          <a:p>
            <a:r>
              <a:rPr lang="fr-CA" dirty="0"/>
              <a:t>Ajouter l’extension CHROME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4F80979-AF39-453B-78E8-C08605B6B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468" y="1301227"/>
            <a:ext cx="8009269" cy="3734733"/>
          </a:xfrm>
          <a:ln>
            <a:solidFill>
              <a:srgbClr val="0070C0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EA827E3-C42B-9CFF-D678-7A2F445A4C9E}"/>
              </a:ext>
            </a:extLst>
          </p:cNvPr>
          <p:cNvSpPr txBox="1"/>
          <p:nvPr/>
        </p:nvSpPr>
        <p:spPr>
          <a:xfrm>
            <a:off x="1174102" y="5569545"/>
            <a:ext cx="946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Allez vers le bas de la page et vous verrez tous les détails sur l’utilisabilité de cet outil pour les sites web.       </a:t>
            </a:r>
            <a:r>
              <a:rPr lang="fr-CA" dirty="0">
                <a:hlinkClick r:id="rId3"/>
              </a:rPr>
              <a:t>https://chromewebstore.google.com/detail/similarweb-classement-du/hoklmmgfnpapgjgcpechhaamimifchmp</a:t>
            </a:r>
            <a:r>
              <a:rPr lang="fr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527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F468C-2543-AFE3-3D50-A65906D5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00F4236-C034-3132-7E29-8094BBEAC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387"/>
          <a:stretch/>
        </p:blipFill>
        <p:spPr>
          <a:xfrm>
            <a:off x="1341295" y="1690688"/>
            <a:ext cx="9092211" cy="4519612"/>
          </a:xfr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8D57557-32F8-24FC-472E-683F31A11180}"/>
              </a:ext>
            </a:extLst>
          </p:cNvPr>
          <p:cNvCxnSpPr>
            <a:cxnSpLocks/>
          </p:cNvCxnSpPr>
          <p:nvPr/>
        </p:nvCxnSpPr>
        <p:spPr>
          <a:xfrm flipH="1" flipV="1">
            <a:off x="4973216" y="2901820"/>
            <a:ext cx="1735494" cy="358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4013B4D-881C-3834-F310-D38B09B7AF7A}"/>
              </a:ext>
            </a:extLst>
          </p:cNvPr>
          <p:cNvCxnSpPr>
            <a:cxnSpLocks/>
          </p:cNvCxnSpPr>
          <p:nvPr/>
        </p:nvCxnSpPr>
        <p:spPr>
          <a:xfrm flipH="1" flipV="1">
            <a:off x="5862735" y="2099388"/>
            <a:ext cx="466530" cy="36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90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134A5-E81F-166C-8933-775AC1E2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35F07A-7EF9-6CF8-F963-DFE0DB895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3831" y="1798411"/>
            <a:ext cx="8627131" cy="4351338"/>
          </a:xfrm>
        </p:spPr>
      </p:pic>
    </p:spTree>
    <p:extLst>
      <p:ext uri="{BB962C8B-B14F-4D97-AF65-F5344CB8AC3E}">
        <p14:creationId xmlns:p14="http://schemas.microsoft.com/office/powerpoint/2010/main" val="187130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04F5D-0472-2485-CBD4-DEEDCD96E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3E37A9A-8C52-15CF-8351-1E856D30A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8139"/>
            <a:ext cx="10515600" cy="3846310"/>
          </a:xfrm>
          <a:ln>
            <a:solidFill>
              <a:srgbClr val="0070C0"/>
            </a:solidFill>
          </a:ln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AC42556-93B6-6093-3BC3-2A5020D954DB}"/>
              </a:ext>
            </a:extLst>
          </p:cNvPr>
          <p:cNvCxnSpPr/>
          <p:nvPr/>
        </p:nvCxnSpPr>
        <p:spPr>
          <a:xfrm flipH="1">
            <a:off x="8820150" y="3028950"/>
            <a:ext cx="1123950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24198DC-48E6-B832-F866-CAA1D0760389}"/>
              </a:ext>
            </a:extLst>
          </p:cNvPr>
          <p:cNvCxnSpPr/>
          <p:nvPr/>
        </p:nvCxnSpPr>
        <p:spPr>
          <a:xfrm>
            <a:off x="8820150" y="3028950"/>
            <a:ext cx="0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3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AB44AB-422E-B6B8-5F2F-21D69B27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6434"/>
          </a:xfrm>
        </p:spPr>
        <p:txBody>
          <a:bodyPr/>
          <a:lstStyle/>
          <a:p>
            <a:endParaRPr lang="fr-CA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B7546CA-9D6C-41D4-0DA6-476BFC4C5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357" y="1961619"/>
            <a:ext cx="8545286" cy="4434969"/>
          </a:xfr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77542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9D0AB-004B-2D71-BA26-8FFA970B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 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B6D0688-809E-A2C8-FBEA-828FA6D05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544" b="21561"/>
          <a:stretch/>
        </p:blipFill>
        <p:spPr>
          <a:xfrm>
            <a:off x="1153517" y="2029215"/>
            <a:ext cx="10200283" cy="4114800"/>
          </a:xfr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85936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4AF16F28-2B7F-3AC7-C20C-C49B10D70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046" y="1894114"/>
            <a:ext cx="8572992" cy="411964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514C7EE-1180-BC60-6EDD-3BD22213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242"/>
          </a:xfrm>
        </p:spPr>
        <p:txBody>
          <a:bodyPr>
            <a:normAutofit fontScale="90000"/>
          </a:bodyPr>
          <a:lstStyle/>
          <a:p>
            <a:r>
              <a:rPr lang="fr-CA" dirty="0"/>
              <a:t>Taux des visites mensuelles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84A4A35-C587-CB6F-0A47-5D10A9E34449}"/>
              </a:ext>
            </a:extLst>
          </p:cNvPr>
          <p:cNvSpPr txBox="1"/>
          <p:nvPr/>
        </p:nvSpPr>
        <p:spPr>
          <a:xfrm>
            <a:off x="418608" y="1894114"/>
            <a:ext cx="26511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Le taux de visite mensuel En aout = 370 784.</a:t>
            </a:r>
          </a:p>
          <a:p>
            <a:r>
              <a:rPr lang="fr-CA" dirty="0"/>
              <a:t>En septembre = 483 154 En octobre </a:t>
            </a:r>
            <a:r>
              <a:rPr lang="fr-CA" dirty="0">
                <a:solidFill>
                  <a:srgbClr val="00B0F0"/>
                </a:solidFill>
              </a:rPr>
              <a:t>un pic avec 544 012 visites.</a:t>
            </a:r>
          </a:p>
          <a:p>
            <a:endParaRPr lang="fr-CA" dirty="0">
              <a:solidFill>
                <a:srgbClr val="00B0F0"/>
              </a:solidFill>
            </a:endParaRPr>
          </a:p>
          <a:p>
            <a:r>
              <a:rPr lang="fr-CA" dirty="0"/>
              <a:t>Tout ceci fait </a:t>
            </a:r>
            <a:r>
              <a:rPr lang="fr-CA" dirty="0">
                <a:solidFill>
                  <a:srgbClr val="00B0F0"/>
                </a:solidFill>
              </a:rPr>
              <a:t>un total de 1, 397 millions de visites depuis le mois d’Aout </a:t>
            </a:r>
            <a:r>
              <a:rPr lang="fr-CA" dirty="0"/>
              <a:t>en comparaison avec d’autres universités concurrentielles.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99F4A9-15FC-8474-09F5-25A1B1CF3D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37" t="8365" r="7687" b="6867"/>
          <a:stretch/>
        </p:blipFill>
        <p:spPr>
          <a:xfrm>
            <a:off x="7374683" y="4635750"/>
            <a:ext cx="1871376" cy="107788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6D7C029-1E51-7FEC-738C-FAC822B377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50" t="33376" r="70374" b="25867"/>
          <a:stretch/>
        </p:blipFill>
        <p:spPr>
          <a:xfrm>
            <a:off x="3694861" y="3699547"/>
            <a:ext cx="2206965" cy="1165201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C31D8CC-11AA-3179-188B-6D0A60395B7B}"/>
              </a:ext>
            </a:extLst>
          </p:cNvPr>
          <p:cNvCxnSpPr>
            <a:cxnSpLocks/>
          </p:cNvCxnSpPr>
          <p:nvPr/>
        </p:nvCxnSpPr>
        <p:spPr>
          <a:xfrm>
            <a:off x="10058400" y="2108718"/>
            <a:ext cx="709127" cy="1250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05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75A977-7F4A-267A-3D5D-E648C3F1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3330"/>
          </a:xfrm>
        </p:spPr>
        <p:txBody>
          <a:bodyPr/>
          <a:lstStyle/>
          <a:p>
            <a:r>
              <a:rPr lang="fr-CA" dirty="0"/>
              <a:t>Taux des visites hebdomadaires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6C6189C-F80E-081C-499C-FFD35B54D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5873" y="2360645"/>
            <a:ext cx="8760014" cy="4180115"/>
          </a:xfrm>
          <a:ln>
            <a:solidFill>
              <a:srgbClr val="0070C0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A82865B-7E68-64E6-FC16-813E9F1CF44E}"/>
              </a:ext>
            </a:extLst>
          </p:cNvPr>
          <p:cNvSpPr txBox="1"/>
          <p:nvPr/>
        </p:nvSpPr>
        <p:spPr>
          <a:xfrm>
            <a:off x="476637" y="1362885"/>
            <a:ext cx="354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La semaine du mardi 19 au lundi 25 Septembre  totalise un nombre de visites de 121 347.</a:t>
            </a:r>
          </a:p>
        </p:txBody>
      </p:sp>
    </p:spTree>
    <p:extLst>
      <p:ext uri="{BB962C8B-B14F-4D97-AF65-F5344CB8AC3E}">
        <p14:creationId xmlns:p14="http://schemas.microsoft.com/office/powerpoint/2010/main" val="347327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7D7A35-D221-6979-567B-1A94782C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Taux des visites journalières</a:t>
            </a:r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B4DBF65E-5DF4-E8CF-3B67-E8AFC2B79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368" y="1873444"/>
            <a:ext cx="9068334" cy="4351338"/>
          </a:xfrm>
          <a:ln>
            <a:solidFill>
              <a:srgbClr val="0070C0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A324D7B-A45C-E37B-A4D6-2602D1F2C9DF}"/>
              </a:ext>
            </a:extLst>
          </p:cNvPr>
          <p:cNvSpPr txBox="1"/>
          <p:nvPr/>
        </p:nvSpPr>
        <p:spPr>
          <a:xfrm>
            <a:off x="381000" y="2967335"/>
            <a:ext cx="2054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On peut voir qu’en date du 20 octobre, le site a reçu 16 589 visites</a:t>
            </a:r>
          </a:p>
        </p:txBody>
      </p:sp>
    </p:spTree>
    <p:extLst>
      <p:ext uri="{BB962C8B-B14F-4D97-AF65-F5344CB8AC3E}">
        <p14:creationId xmlns:p14="http://schemas.microsoft.com/office/powerpoint/2010/main" val="3037086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566A29-301B-617F-0232-3175D04A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Secteurs les plus visités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CAA6EA6-11F8-475E-2983-5671E039D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74033"/>
            <a:ext cx="8839778" cy="4040055"/>
          </a:xfrm>
          <a:ln>
            <a:solidFill>
              <a:srgbClr val="0070C0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F2A45C4-BAEF-9AA0-36C0-D0B32DA567F2}"/>
              </a:ext>
            </a:extLst>
          </p:cNvPr>
          <p:cNvSpPr txBox="1"/>
          <p:nvPr/>
        </p:nvSpPr>
        <p:spPr>
          <a:xfrm>
            <a:off x="9927771" y="3146953"/>
            <a:ext cx="15786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On remarque sans aucune surprise que la plupart des visiteurs pour ces dernières temps d’enregistrement vont sur Moodle.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F506A79-9049-9E8D-A3F4-5EC8B1147DEA}"/>
              </a:ext>
            </a:extLst>
          </p:cNvPr>
          <p:cNvCxnSpPr>
            <a:stCxn id="6" idx="1"/>
          </p:cNvCxnSpPr>
          <p:nvPr/>
        </p:nvCxnSpPr>
        <p:spPr>
          <a:xfrm flipH="1">
            <a:off x="8770776" y="4578114"/>
            <a:ext cx="1156995" cy="12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791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E56CD-E4CA-4ECF-9FCA-3608881A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>
            <a:normAutofit fontScale="90000"/>
          </a:bodyPr>
          <a:lstStyle/>
          <a:p>
            <a:r>
              <a:rPr lang="fr-CA" dirty="0"/>
              <a:t>Fréquences de visites sur le plan Géographique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64CEBE5-8C50-39BF-0B5A-8EC8A83C8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767" y="1447800"/>
            <a:ext cx="10029208" cy="4729163"/>
          </a:xfr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6273284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230</Words>
  <Application>Microsoft Office PowerPoint</Application>
  <PresentationFormat>Grand écran</PresentationFormat>
  <Paragraphs>23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Thème Office</vt:lpstr>
      <vt:lpstr>Similarweb,  outil d’analyse du traffic sur un site Web </vt:lpstr>
      <vt:lpstr>SimilarWeb : À quoi ça sert ?</vt:lpstr>
      <vt:lpstr>Présentation PowerPoint</vt:lpstr>
      <vt:lpstr>Présentation PowerPoint</vt:lpstr>
      <vt:lpstr>Ajouter l’extension CHROME</vt:lpstr>
      <vt:lpstr>Présentation PowerPoint</vt:lpstr>
      <vt:lpstr>Présentation PowerPoint</vt:lpstr>
      <vt:lpstr>Présentation PowerPoint</vt:lpstr>
      <vt:lpstr>Présentation PowerPoint</vt:lpstr>
      <vt:lpstr>  </vt:lpstr>
      <vt:lpstr>Taux des visites mensuelles</vt:lpstr>
      <vt:lpstr>Taux des visites hebdomadaires</vt:lpstr>
      <vt:lpstr>Taux des visites journalières</vt:lpstr>
      <vt:lpstr>Secteurs les plus visités</vt:lpstr>
      <vt:lpstr>Fréquences de visites sur le plan Géographique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JOËL SANDÉ</dc:creator>
  <cp:lastModifiedBy>JOËL SANDÉ</cp:lastModifiedBy>
  <cp:revision>5</cp:revision>
  <dcterms:created xsi:type="dcterms:W3CDTF">2023-12-04T17:07:11Z</dcterms:created>
  <dcterms:modified xsi:type="dcterms:W3CDTF">2023-12-04T19:25:35Z</dcterms:modified>
</cp:coreProperties>
</file>